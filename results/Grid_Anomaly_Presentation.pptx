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/>
            </a:pPr>
            <a:r>
              <a:t>Grid Anomaly Detection &amp; Load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CSE412 Big Data Applied Project</a:t>
            </a:r>
          </a:p>
          <a:p>
            <a:r>
              <a:t>End-to-End Pipeline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~167 million records (10GB) of London Smart Meter data.</a:t>
            </a:r>
          </a:p>
          <a:p>
            <a:pPr/>
            <a:r>
              <a:t>Build a fully automated Big Data pipeline strictly using course tools.</a:t>
            </a:r>
          </a:p>
          <a:p>
            <a:pPr/>
            <a:r>
              <a:t>Goal 1: Forecast household energy load for the next half-hour.</a:t>
            </a:r>
          </a:p>
          <a:p>
            <a:pPr/>
            <a:r>
              <a:t>Goal 2: Detect synthetic and organic load anomalies using residuals and clustering.</a:t>
            </a:r>
          </a:p>
          <a:p>
            <a:pPr/>
            <a:r>
              <a:t>Infrastructure: Dockerized cluster (HDFS, Pig, Hive, Spark) running locally.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1. HDFS (/raw)</a:t>
            </a:r>
          </a:p>
          <a:p>
            <a:r>
              <a:t>Fault-tolerant storage of Kaggle CSVs.</a:t>
            </a:r>
          </a:p>
          <a:p/>
          <a:p>
            <a:r>
              <a:t>2. Apache Pig (ETL)</a:t>
            </a:r>
          </a:p>
          <a:p>
            <a:r>
              <a:t>Cleans Nulls, deduplicates, and joins weather &amp; metadata.</a:t>
            </a:r>
          </a:p>
          <a:p>
            <a:r>
              <a:t>Saves to HDFS (/clean).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3. Apache Hive (Warehouse)</a:t>
            </a:r>
          </a:p>
          <a:p>
            <a:r>
              <a:t>Enforces schema and highly compresses data to partitioned ORC.</a:t>
            </a:r>
          </a:p>
          <a:p>
            <a:r>
              <a:t>Generates time-series lag/rolling features natively in SQL.</a:t>
            </a:r>
          </a:p>
          <a:p/>
          <a:p>
            <a:r>
              <a:t>4. Apache Spark (MLlib)</a:t>
            </a:r>
          </a:p>
          <a:p>
            <a:r>
              <a:t>Reads ORC features directly to train RandomForest and KMeans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Warehouse &amp; Feature Engineering (Hive)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Transformed unoptimized CSVs into Partitioned ORC files (by month).</a:t>
            </a:r>
          </a:p>
          <a:p>
            <a:pPr/>
            <a:r>
              <a:t>Zero Nulls or duplicate household-timestamps remaining.</a:t>
            </a:r>
          </a:p>
          <a:p>
            <a:pPr/>
            <a:r>
              <a:t>Utilized Hive Window Functions to compute features for Spark ML:</a:t>
            </a:r>
          </a:p>
          <a:p>
            <a:pPr/>
            <a:r>
              <a:t>  • lag_1 (Immediate previous half-hour)</a:t>
            </a:r>
          </a:p>
          <a:p>
            <a:pPr/>
            <a:r>
              <a:t>  • lag_48 (Same time yesterday)</a:t>
            </a:r>
          </a:p>
          <a:p>
            <a:pPr/>
            <a:r>
              <a:t>  • lag_336 (Same time last week)</a:t>
            </a:r>
          </a:p>
          <a:p>
            <a:pPr/>
            <a:r>
              <a:t>  • 24-hour rolling averages &amp; standard deviations.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Forecasting (Spark MLlib)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Model Used: RandomForestRegressor</a:t>
            </a:r>
          </a:p>
          <a:p>
            <a:r>
              <a:t>Strictly time-based split (Train: Jan-Aug 2013, Test: Nov-Dec 2013) to prevent data leakage.</a:t>
            </a:r>
          </a:p>
          <a:p>
            <a:r>
              <a:t>Model RMSE: 0.186</a:t>
            </a:r>
          </a:p>
          <a:p>
            <a:r>
              <a:t>Baseline (Yesterday) RMSE: 0.277</a:t>
            </a:r>
          </a:p>
          <a:p>
            <a:r>
              <a:t>Conclusion: The Random Forest effectively learned the underlying signals, drastically beating the temporal baselines.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Top Feature Importances:</a:t>
            </a:r>
          </a:p>
          <a:p>
            <a:r>
              <a:t>1. lag_1 (56.8%)</a:t>
            </a:r>
          </a:p>
          <a:p>
            <a:r>
              <a:t>2. lag_336 (14.0%)</a:t>
            </a:r>
          </a:p>
          <a:p>
            <a:r>
              <a:t>3. lag_48 (13.7%)</a:t>
            </a:r>
          </a:p>
          <a:p>
            <a:r>
              <a:t>4. rolling_mean_48 (11.3%)</a:t>
            </a:r>
          </a:p>
          <a:p>
            <a:r>
              <a:t>Temperature had negligible predictive power at the half-hourly household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(Phase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Injected 1,348 synthetic anomalies (Spikes, Drops, Flatlines) into the Test Set.</a:t>
            </a:r>
          </a:p>
          <a:p>
            <a:pPr/>
            <a:r>
              <a:t>Detector A (Residual-based):</a:t>
            </a:r>
          </a:p>
          <a:p>
            <a:pPr/>
            <a:r>
              <a:t>  • Flagged readings where |actual - forecast| &gt; 3.5 * sigma.</a:t>
            </a:r>
          </a:p>
          <a:p>
            <a:pPr/>
            <a:r>
              <a:t>Detector B (K-Means Clustering):</a:t>
            </a:r>
          </a:p>
          <a:p>
            <a:pPr/>
            <a:r>
              <a:t>  • Clustered daily 24-hour profiles into 5 centroids.</a:t>
            </a:r>
          </a:p>
          <a:p>
            <a:pPr/>
            <a:r>
              <a:t>  • Flagged days in the 95th percentile of distance to centroid.</a:t>
            </a:r>
          </a:p>
          <a:p>
            <a:pPr/>
            <a:r>
              <a:t>Insight: Precision on synthetic labels appears low because both models successfully caught organic, massive real-world surges already present in the data!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Plot (Detector A)</a:t>
            </a:r>
          </a:p>
        </p:txBody>
      </p:sp>
      <p:pic>
        <p:nvPicPr>
          <p:cNvPr id="3" name="Picture 2" descr="detector_A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Evidence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Subset Execution (12M rows):</a:t>
            </a:r>
          </a:p>
          <a:p>
            <a:pPr/>
            <a:r>
              <a:t>  • The end-to-end pipeline executes in ~10 minutes.</a:t>
            </a:r>
          </a:p>
          <a:p>
            <a:pPr/>
            <a:r>
              <a:t>Full Dataset Execution (167M rows):</a:t>
            </a:r>
          </a:p>
          <a:p>
            <a:pPr/>
            <a:r>
              <a:t>  • HDFS ingest takes ~30 seconds.</a:t>
            </a:r>
          </a:p>
          <a:p>
            <a:pPr/>
            <a:r>
              <a:t>  • Pig &amp; Hive MR scale linearly but are severely bottlenecked by the single laptop JVM (takes 1-2 hours).</a:t>
            </a:r>
          </a:p>
          <a:p>
            <a:pPr/>
            <a:r>
              <a:t>  • Spark MLlib Random Forest requires &gt;8GB RAM for 167M rows, necessitating a 5% sampler for the --full execution flag to prevent OOM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implemented all mandatory course tools (HDFS -&gt; Pig -&gt; Hive -&gt; Spark).</a:t>
            </a:r>
          </a:p>
          <a:p>
            <a:pPr/>
            <a:r>
              <a:t>Real data flows seamlessly between tools without manual intervention.</a:t>
            </a:r>
          </a:p>
          <a:p>
            <a:pPr/>
            <a:r>
              <a:t>Random Forest accurately predicts demand; Residuals reliably detect spikes.</a:t>
            </a:r>
          </a:p>
          <a:p>
            <a:pPr/>
            <a:r>
              <a:t>Entire setup is strictly reproducible via a single 'run_pipeline.sh' command.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